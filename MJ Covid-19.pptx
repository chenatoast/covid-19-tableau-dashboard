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MJCovid-19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58F8FFA-A479-4331-82AF-E7C1960A09A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MJ Covid-19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C423622-09E8-47AB-BDE0-4B589A42FE4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1/19/2024 8:23:15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ach Country Cases" id="2" name="slide2">
            <a:extLst>
              <a:ext uri="{FF2B5EF4-FFF2-40B4-BE49-F238E27FC236}">
                <a16:creationId xmlns:a16="http://schemas.microsoft.com/office/drawing/2014/main" id="{F6564CC5-976B-4472-AEE4-AB431DFBD4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54" y="0"/>
            <a:ext cx="110682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se Trends" id="3" name="slide3">
            <a:extLst>
              <a:ext uri="{FF2B5EF4-FFF2-40B4-BE49-F238E27FC236}">
                <a16:creationId xmlns:a16="http://schemas.microsoft.com/office/drawing/2014/main" id="{5EDA1DD1-4BA0-45F5-979B-F187CC144A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22" y="0"/>
            <a:ext cx="99087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10 Countries" id="4" name="slide4">
            <a:extLst>
              <a:ext uri="{FF2B5EF4-FFF2-40B4-BE49-F238E27FC236}">
                <a16:creationId xmlns:a16="http://schemas.microsoft.com/office/drawing/2014/main" id="{B96BBEF8-8CE0-465F-8AEB-805AE6F7D23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" y="1303020"/>
            <a:ext cx="12161520" cy="425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ath Cases" id="5" name="slide5">
            <a:extLst>
              <a:ext uri="{FF2B5EF4-FFF2-40B4-BE49-F238E27FC236}">
                <a16:creationId xmlns:a16="http://schemas.microsoft.com/office/drawing/2014/main" id="{E2D88BD6-58EF-4A8E-9AFF-9480C0B42C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822" y="0"/>
            <a:ext cx="98963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firmed Cases" id="6" name="slide6">
            <a:extLst>
              <a:ext uri="{FF2B5EF4-FFF2-40B4-BE49-F238E27FC236}">
                <a16:creationId xmlns:a16="http://schemas.microsoft.com/office/drawing/2014/main" id="{24254003-98FE-4D54-A1AE-A22CC80C12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822" y="0"/>
            <a:ext cx="98963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7" name="slide7">
            <a:extLst>
              <a:ext uri="{FF2B5EF4-FFF2-40B4-BE49-F238E27FC236}">
                <a16:creationId xmlns:a16="http://schemas.microsoft.com/office/drawing/2014/main" id="{1BD33A5B-4B3A-4661-A350-3542565FAF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07" y="0"/>
            <a:ext cx="117057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2024-01-19T20:23:17Z</dcterms:created>
  <dcterms:modified xsi:type="dcterms:W3CDTF">2024-01-19T20:23:17Z</dcterms:modified>
</cp:coreProperties>
</file>